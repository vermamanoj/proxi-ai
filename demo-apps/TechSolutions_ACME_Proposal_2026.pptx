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TechSolutions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B4D8"/>
                </a:solidFill>
              </a:defRPr>
            </a:pPr>
            <a:r>
              <a:t>Enterprise Software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PROPOSAL: ACME Corporation Enterprise Renewal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Client: ACME Corporation</a:t>
            </a: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Account Tier: Enterprise</a:t>
            </a: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Contract Period: June 2026 - May 2029 (3 years)</a:t>
            </a: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Seats: 750 users</a:t>
            </a:r>
          </a:p>
          <a:p>
            <a:pPr>
              <a:defRPr sz="220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Proposed Pricing: 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  • Base Price: $2,450/seat/year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  • Volume Discount: 22% (500+ seats)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  • Your Price: $1,911/seat/year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  • Annual Value: $1,433,250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  • Margin: 19%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08080"/>
                </a:solidFill>
              </a:defRPr>
            </a:pPr>
            <a:r>
              <a:t>Prepared: January 15,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TechSolutions?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333333"/>
                </a:solidFill>
              </a:defRPr>
            </a:pPr>
            <a:r>
              <a:t>✓ 3+ Years Partnership with ACME Corporation</a:t>
            </a:r>
          </a:p>
          <a:p>
            <a:pPr>
              <a:spcAft>
                <a:spcPts val="1800"/>
              </a:spcAft>
              <a:defRPr sz="2600">
                <a:solidFill>
                  <a:srgbClr val="333333"/>
                </a:solidFill>
              </a:defRPr>
            </a:pPr>
            <a:r>
              <a:t>✓ 99.9% Uptime SLA Guarantee</a:t>
            </a:r>
          </a:p>
          <a:p>
            <a:pPr>
              <a:spcAft>
                <a:spcPts val="1800"/>
              </a:spcAft>
              <a:defRPr sz="2600">
                <a:solidFill>
                  <a:srgbClr val="333333"/>
                </a:solidFill>
              </a:defRPr>
            </a:pPr>
            <a:r>
              <a:t>✓ Dedicated Enterprise Support (24/7)</a:t>
            </a:r>
          </a:p>
          <a:p>
            <a:pPr>
              <a:spcAft>
                <a:spcPts val="1800"/>
              </a:spcAft>
              <a:defRPr sz="2600">
                <a:solidFill>
                  <a:srgbClr val="333333"/>
                </a:solidFill>
              </a:defRPr>
            </a:pPr>
            <a:r>
              <a:t>✓ Custom Integration with Your Legacy Systems</a:t>
            </a:r>
          </a:p>
          <a:p>
            <a:pPr>
              <a:spcAft>
                <a:spcPts val="1800"/>
              </a:spcAft>
              <a:defRPr sz="2600">
                <a:solidFill>
                  <a:srgbClr val="333333"/>
                </a:solidFill>
              </a:defRPr>
            </a:pPr>
            <a:r>
              <a:t>✓ Platinum Client Benefits &amp; Priority Roadmap Input</a:t>
            </a:r>
          </a:p>
          <a:p>
            <a:pPr>
              <a:spcAft>
                <a:spcPts val="1800"/>
              </a:spcAft>
              <a:defRPr sz="2600">
                <a:solidFill>
                  <a:srgbClr val="333333"/>
                </a:solidFill>
              </a:defRPr>
            </a:pPr>
            <a:r>
              <a:t>✓ Proven ROI: $4.7M Lifetime Value Partnership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333333"/>
                </a:solidFill>
              </a:defRPr>
            </a:pPr>
            <a:r>
              <a:t>1. Review proposal terms</a:t>
            </a:r>
          </a:p>
          <a:p>
            <a:pPr>
              <a:spcAft>
                <a:spcPts val="1800"/>
              </a:spcAft>
              <a:defRPr sz="2600">
                <a:solidFill>
                  <a:srgbClr val="333333"/>
                </a:solidFill>
              </a:defRPr>
            </a:pPr>
            <a:r>
              <a:t>2. Schedule technical deep-dive (if needed)</a:t>
            </a:r>
          </a:p>
          <a:p>
            <a:pPr>
              <a:spcAft>
                <a:spcPts val="1800"/>
              </a:spcAft>
              <a:defRPr sz="2600">
                <a:solidFill>
                  <a:srgbClr val="333333"/>
                </a:solidFill>
              </a:defRPr>
            </a:pPr>
            <a:r>
              <a:t>3. Finalize contract by March 15, 2026</a:t>
            </a:r>
          </a:p>
          <a:p>
            <a:pPr>
              <a:spcAft>
                <a:spcPts val="1800"/>
              </a:spcAft>
              <a:defRPr sz="2600">
                <a:solidFill>
                  <a:srgbClr val="333333"/>
                </a:solidFill>
              </a:defRPr>
            </a:pPr>
            <a:r>
              <a:t>4. Begin migration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Your Account Manager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Sarah Johnson | sarah.johnson@techsolutions.com | +1-555-0199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